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8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5720"/>
            <a:ext cx="82296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algun Gothic"/>
              </a:rPr>
              <a:t>ADM-ORDER-01 — 어드민 주문 현황 (OrderHistory) · 목록형 · 상태: 조회 후(R0-S1~S3 해당 없음)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11480"/>
            <a:ext cx="11430000" cy="4572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11480"/>
            <a:ext cx="11155680" cy="4572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600" b="1">
                <a:solidFill>
                  <a:srgbClr val="334155"/>
                </a:solidFill>
                <a:latin typeface="Malgun Gothic"/>
              </a:rPr>
              <a:t>주문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47120" y="411480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41148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[R1]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41832"/>
            <a:ext cx="11430000" cy="50292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41832"/>
            <a:ext cx="2377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algun Gothic"/>
              </a:rPr>
              <a:t>[검색] 주문번호·상품명·고객명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941832"/>
            <a:ext cx="50292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788920" y="941832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[P1]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63240" y="941832"/>
            <a:ext cx="164592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algun Gothic"/>
              </a:rPr>
              <a:t>[상태 ▾] 전체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17720" y="941832"/>
            <a:ext cx="50292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617720" y="941832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[P2]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941832"/>
            <a:ext cx="2377440" cy="50292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algun Gothic"/>
              </a:rPr>
              <a:t>[기간] ____ ~ ____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78040" y="941832"/>
            <a:ext cx="50292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178040" y="941832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[P3]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52360" y="1014984"/>
            <a:ext cx="914400" cy="347472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452360" y="1014984"/>
            <a:ext cx="914400" cy="347472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000" b="1">
                <a:solidFill>
                  <a:srgbClr val="F1F5F9"/>
                </a:solidFill>
                <a:latin typeface="Malgun Gothic"/>
              </a:rPr>
              <a:t>조회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66760" y="941832"/>
            <a:ext cx="502920" cy="182880"/>
          </a:xfrm>
          <a:prstGeom prst="rect">
            <a:avLst/>
          </a:prstGeom>
          <a:solidFill>
            <a:srgbClr val="FEF9C3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366760" y="941832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[F1]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1247120" y="941832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11247120" y="941832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[R2]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65760" y="1517904"/>
            <a:ext cx="11430000" cy="68580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0292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전체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128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9738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89738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접수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9738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12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29184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29184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결제완료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68630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468630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준비중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8630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18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8076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08076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배송중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8076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30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47522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747522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배송완료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47522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22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86968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886968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구매확정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86968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20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264140" y="1591056"/>
            <a:ext cx="1339596" cy="539496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10264140" y="1609344"/>
            <a:ext cx="1339596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900" b="0">
                <a:solidFill>
                  <a:srgbClr val="94A3B8"/>
                </a:solidFill>
                <a:latin typeface="Malgun Gothic"/>
              </a:rPr>
              <a:t>취소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64140" y="1837944"/>
            <a:ext cx="1339596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ctr"/>
            <a:r>
              <a:rPr sz="1300" b="1">
                <a:solidFill>
                  <a:srgbClr val="334155"/>
                </a:solidFill>
                <a:latin typeface="Malgun Gothic"/>
              </a:rPr>
              <a:t>6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02920" y="1517904"/>
            <a:ext cx="50292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502920" y="1517904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[P1 x8]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1247120" y="1517904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TextBox 50"/>
          <p:cNvSpPr txBox="1"/>
          <p:nvPr/>
        </p:nvSpPr>
        <p:spPr>
          <a:xfrm>
            <a:off x="11247120" y="151790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[R3]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65760" y="2276856"/>
            <a:ext cx="11430000" cy="384048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0332720" y="2322576"/>
            <a:ext cx="1325880" cy="292608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10332720" y="2322576"/>
            <a:ext cx="1325880" cy="292608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엑셀 다운로드</a:t>
            </a:r>
          </a:p>
        </p:txBody>
      </p:sp>
      <p:sp>
        <p:nvSpPr>
          <p:cNvPr id="55" name="Rectangle 54"/>
          <p:cNvSpPr/>
          <p:nvPr/>
        </p:nvSpPr>
        <p:spPr>
          <a:xfrm>
            <a:off x="11612880" y="2276856"/>
            <a:ext cx="502920" cy="182880"/>
          </a:xfrm>
          <a:prstGeom prst="rect">
            <a:avLst/>
          </a:prstGeom>
          <a:solidFill>
            <a:srgbClr val="FEF9C3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11612880" y="2276856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[F1]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692640" y="2276856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9692640" y="2276856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[R4]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2706624"/>
            <a:ext cx="11430000" cy="237744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365760" y="2706624"/>
            <a:ext cx="11430000" cy="320040"/>
          </a:xfrm>
          <a:prstGeom prst="rect">
            <a:avLst/>
          </a:prstGeom>
          <a:solidFill>
            <a:srgbClr val="E2E8F0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65760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주문번호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998617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상품명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3631474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주문자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264331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입점사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97188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상태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530045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결제금액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162902" y="270662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1">
                <a:solidFill>
                  <a:srgbClr val="334155"/>
                </a:solidFill>
                <a:latin typeface="Malgun Gothic"/>
              </a:rPr>
              <a:t>주문일시</a:t>
            </a:r>
          </a:p>
        </p:txBody>
      </p:sp>
      <p:sp>
        <p:nvSpPr>
          <p:cNvPr id="68" name="Rectangle 67"/>
          <p:cNvSpPr/>
          <p:nvPr/>
        </p:nvSpPr>
        <p:spPr>
          <a:xfrm>
            <a:off x="1587137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TextBox 68"/>
          <p:cNvSpPr txBox="1"/>
          <p:nvPr/>
        </p:nvSpPr>
        <p:spPr>
          <a:xfrm>
            <a:off x="1587137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[P1]</a:t>
            </a:r>
          </a:p>
        </p:txBody>
      </p:sp>
      <p:sp>
        <p:nvSpPr>
          <p:cNvPr id="70" name="Rectangle 69"/>
          <p:cNvSpPr/>
          <p:nvPr/>
        </p:nvSpPr>
        <p:spPr>
          <a:xfrm>
            <a:off x="3219994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TextBox 70"/>
          <p:cNvSpPr txBox="1"/>
          <p:nvPr/>
        </p:nvSpPr>
        <p:spPr>
          <a:xfrm>
            <a:off x="3219994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[P2]</a:t>
            </a:r>
          </a:p>
        </p:txBody>
      </p:sp>
      <p:sp>
        <p:nvSpPr>
          <p:cNvPr id="72" name="Rectangle 71"/>
          <p:cNvSpPr/>
          <p:nvPr/>
        </p:nvSpPr>
        <p:spPr>
          <a:xfrm>
            <a:off x="4852851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4852851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[P3]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485708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6485708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[P4]</a:t>
            </a:r>
          </a:p>
        </p:txBody>
      </p:sp>
      <p:sp>
        <p:nvSpPr>
          <p:cNvPr id="76" name="Rectangle 75"/>
          <p:cNvSpPr/>
          <p:nvPr/>
        </p:nvSpPr>
        <p:spPr>
          <a:xfrm>
            <a:off x="8118565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8118565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[P5]</a:t>
            </a:r>
          </a:p>
        </p:txBody>
      </p:sp>
      <p:sp>
        <p:nvSpPr>
          <p:cNvPr id="78" name="Rectangle 77"/>
          <p:cNvSpPr/>
          <p:nvPr/>
        </p:nvSpPr>
        <p:spPr>
          <a:xfrm>
            <a:off x="9751422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9751422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[P6]</a:t>
            </a:r>
          </a:p>
        </p:txBody>
      </p:sp>
      <p:sp>
        <p:nvSpPr>
          <p:cNvPr id="80" name="Rectangle 79"/>
          <p:cNvSpPr/>
          <p:nvPr/>
        </p:nvSpPr>
        <p:spPr>
          <a:xfrm>
            <a:off x="11384280" y="3026664"/>
            <a:ext cx="411480" cy="182880"/>
          </a:xfrm>
          <a:prstGeom prst="rect">
            <a:avLst/>
          </a:prstGeom>
          <a:solidFill>
            <a:srgbClr val="DCFCE7"/>
          </a:solidFill>
          <a:ln w="9525">
            <a:solidFill>
              <a:srgbClr val="86EFA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TextBox 80"/>
          <p:cNvSpPr txBox="1"/>
          <p:nvPr/>
        </p:nvSpPr>
        <p:spPr>
          <a:xfrm>
            <a:off x="11384280" y="3026664"/>
            <a:ext cx="41148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[P7]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65760" y="302666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ORD-20260812-00931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998617" y="302666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나이키 페가수스 41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3631474" y="302666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홍*동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5264331" y="302666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나이키코리아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7034348" y="3072384"/>
            <a:ext cx="822960" cy="228600"/>
          </a:xfrm>
          <a:prstGeom prst="rect">
            <a:avLst/>
          </a:prstGeom>
          <a:solidFill>
            <a:srgbClr val="F59E0B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TextBox 86"/>
          <p:cNvSpPr txBox="1"/>
          <p:nvPr/>
        </p:nvSpPr>
        <p:spPr>
          <a:xfrm>
            <a:off x="7034348" y="307238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배송중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8530045" y="302666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152,000원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162902" y="302666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2026-08-12 14:02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365760" y="334670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ORD-20260812-00930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998617" y="334670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삼다수 2L x 12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631474" y="334670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김*희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5264331" y="334670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제주삼다수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34348" y="3392424"/>
            <a:ext cx="822960" cy="228600"/>
          </a:xfrm>
          <a:prstGeom prst="rect">
            <a:avLst/>
          </a:prstGeom>
          <a:solidFill>
            <a:srgbClr val="0EA5E9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TextBox 94"/>
          <p:cNvSpPr txBox="1"/>
          <p:nvPr/>
        </p:nvSpPr>
        <p:spPr>
          <a:xfrm>
            <a:off x="7034348" y="339242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결제완료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530045" y="334670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18,900원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0162902" y="334670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2026-08-12 13:47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65760" y="366674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ORD-20260812-00929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998617" y="366674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무선 이어폰 Pro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631474" y="366674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이*수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5264331" y="366674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사운드랩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7034348" y="3712464"/>
            <a:ext cx="822960" cy="228600"/>
          </a:xfrm>
          <a:prstGeom prst="rect">
            <a:avLst/>
          </a:prstGeom>
          <a:solidFill>
            <a:srgbClr val="22C55E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TextBox 102"/>
          <p:cNvSpPr txBox="1"/>
          <p:nvPr/>
        </p:nvSpPr>
        <p:spPr>
          <a:xfrm>
            <a:off x="7034348" y="371246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구매확정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8530045" y="366674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129,000원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162902" y="366674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2026-08-12 11:20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365760" y="398678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ORD-20260811-00928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998617" y="398678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런닝 크루넥 티셔츠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631474" y="398678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박*영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5264331" y="398678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런앤샵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7034348" y="4032504"/>
            <a:ext cx="822960" cy="228600"/>
          </a:xfrm>
          <a:prstGeom prst="rect">
            <a:avLst/>
          </a:prstGeom>
          <a:solidFill>
            <a:srgbClr val="94A3B8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TextBox 110"/>
          <p:cNvSpPr txBox="1"/>
          <p:nvPr/>
        </p:nvSpPr>
        <p:spPr>
          <a:xfrm>
            <a:off x="7034348" y="403250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Malgun Gothic"/>
              </a:rPr>
              <a:t>접수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8530045" y="398678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39,000원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10162902" y="3986784"/>
            <a:ext cx="1632857" cy="32004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2026-08-11 22:05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411480" y="4325112"/>
            <a:ext cx="1645920" cy="182880"/>
          </a:xfrm>
          <a:prstGeom prst="rect">
            <a:avLst/>
          </a:prstGeom>
          <a:solidFill>
            <a:srgbClr val="FEF9C3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411480" y="4325112"/>
            <a:ext cx="1645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[F1] 행 클릭→상세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11247120" y="2706624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TextBox 116"/>
          <p:cNvSpPr txBox="1"/>
          <p:nvPr/>
        </p:nvSpPr>
        <p:spPr>
          <a:xfrm>
            <a:off x="11247120" y="270662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[R5]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365760" y="5157216"/>
            <a:ext cx="11430000" cy="36576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TextBox 118"/>
          <p:cNvSpPr txBox="1"/>
          <p:nvPr/>
        </p:nvSpPr>
        <p:spPr>
          <a:xfrm>
            <a:off x="502920" y="5157216"/>
            <a:ext cx="3657600" cy="36576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000" b="0">
                <a:solidFill>
                  <a:srgbClr val="334155"/>
                </a:solidFill>
                <a:latin typeface="Malgun Gothic"/>
              </a:rPr>
              <a:t>‹ 1 2 3 4 5 ›     페이지당 [20 ▾]건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2468880" y="5157216"/>
            <a:ext cx="502920" cy="182880"/>
          </a:xfrm>
          <a:prstGeom prst="rect">
            <a:avLst/>
          </a:prstGeom>
          <a:solidFill>
            <a:srgbClr val="FEF9C3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TextBox 120"/>
          <p:cNvSpPr txBox="1"/>
          <p:nvPr/>
        </p:nvSpPr>
        <p:spPr>
          <a:xfrm>
            <a:off x="2468880" y="5157216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[F1]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206240" y="5157216"/>
            <a:ext cx="502920" cy="182880"/>
          </a:xfrm>
          <a:prstGeom prst="rect">
            <a:avLst/>
          </a:prstGeom>
          <a:solidFill>
            <a:srgbClr val="FEF9C3"/>
          </a:solidFill>
          <a:ln w="9525">
            <a:solidFill>
              <a:srgbClr val="FDE0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TextBox 122"/>
          <p:cNvSpPr txBox="1"/>
          <p:nvPr/>
        </p:nvSpPr>
        <p:spPr>
          <a:xfrm>
            <a:off x="4206240" y="5157216"/>
            <a:ext cx="502920" cy="1828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800" b="1">
                <a:solidFill>
                  <a:srgbClr val="334155"/>
                </a:solidFill>
                <a:latin typeface="Malgun Gothic"/>
              </a:rPr>
              <a:t>[F2]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11247120" y="5157216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TextBox 124"/>
          <p:cNvSpPr txBox="1"/>
          <p:nvPr/>
        </p:nvSpPr>
        <p:spPr>
          <a:xfrm>
            <a:off x="11247120" y="5157216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[R6]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5720"/>
            <a:ext cx="10058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algun Gothic"/>
              </a:rPr>
              <a:t>ADM-ORDER-01 — R0-S1 조회 전 (searched=false, R3·R6 미표시 / R4 노출 / R5 자리에 안내문구)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14300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1">
                <a:solidFill>
                  <a:srgbClr val="334155"/>
                </a:solidFill>
                <a:latin typeface="Malgun Gothic"/>
              </a:rPr>
              <a:t>주문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47120" y="457200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45720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[R1]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23544"/>
            <a:ext cx="11430000" cy="41148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23544"/>
            <a:ext cx="2743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Malgun Gothic"/>
              </a:rPr>
              <a:t>[검색] · [상태▾] · [기간] · [조회]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47120" y="923544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92354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111556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00" b="0" dirty="0">
                <a:solidFill>
                  <a:srgbClr val="94A3B8"/>
                </a:solidFill>
                <a:latin typeface="Malgun Gothic"/>
              </a:rPr>
              <a:t>( R3 </a:t>
            </a:r>
            <a:r>
              <a:rPr sz="800" b="0" dirty="0" err="1">
                <a:solidFill>
                  <a:srgbClr val="94A3B8"/>
                </a:solidFill>
                <a:latin typeface="Malgun Gothic"/>
              </a:rPr>
              <a:t>SummaryBar</a:t>
            </a:r>
            <a:r>
              <a:rPr sz="800" b="0" dirty="0">
                <a:solidFill>
                  <a:srgbClr val="94A3B8"/>
                </a:solidFill>
                <a:latin typeface="Malgun Gothic"/>
              </a:rPr>
              <a:t> — </a:t>
            </a:r>
            <a:r>
              <a:rPr sz="800" b="0" dirty="0" err="1">
                <a:solidFill>
                  <a:srgbClr val="94A3B8"/>
                </a:solidFill>
                <a:latin typeface="Malgun Gothic"/>
              </a:rPr>
              <a:t>displayed.length</a:t>
            </a:r>
            <a:r>
              <a:rPr sz="800" b="0" dirty="0">
                <a:solidFill>
                  <a:srgbClr val="94A3B8"/>
                </a:solidFill>
                <a:latin typeface="Malgun Gothic"/>
              </a:rPr>
              <a:t> === 0 </a:t>
            </a:r>
            <a:r>
              <a:rPr sz="800" b="0" dirty="0" err="1">
                <a:solidFill>
                  <a:srgbClr val="94A3B8"/>
                </a:solidFill>
                <a:latin typeface="Malgun Gothic"/>
              </a:rPr>
              <a:t>이라</a:t>
            </a:r>
            <a:r>
              <a:rPr sz="800" b="0" dirty="0">
                <a:solidFill>
                  <a:srgbClr val="94A3B8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94A3B8"/>
                </a:solidFill>
                <a:latin typeface="Malgun Gothic"/>
              </a:rPr>
              <a:t>렌더링되지</a:t>
            </a:r>
            <a:r>
              <a:rPr sz="800" b="0" dirty="0">
                <a:solidFill>
                  <a:srgbClr val="94A3B8"/>
                </a:solidFill>
                <a:latin typeface="Malgun Gothic"/>
              </a:rPr>
              <a:t> </a:t>
            </a:r>
            <a:r>
              <a:rPr sz="800" b="0" dirty="0" err="1">
                <a:solidFill>
                  <a:srgbClr val="94A3B8"/>
                </a:solidFill>
                <a:latin typeface="Malgun Gothic"/>
              </a:rPr>
              <a:t>않음</a:t>
            </a:r>
            <a:r>
              <a:rPr sz="800" b="0" dirty="0">
                <a:solidFill>
                  <a:srgbClr val="94A3B8"/>
                </a:solidFill>
                <a:latin typeface="Malgun Gothic"/>
              </a:rPr>
              <a:t>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11430000" cy="32004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0" y="1472184"/>
            <a:ext cx="1234440" cy="26517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엑셀 다운로드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444752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1444752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19656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819656"/>
            <a:ext cx="114300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algun Gothic"/>
              </a:rPr>
              <a:t>조회 버튼을 눌러 주문 목록을 불러오세요.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1819656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0" y="1819656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1115568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Malgun Gothic"/>
              </a:rPr>
              <a:t>( R6 Pagination — 위와 동일한 이유로 렌더링되지 않음 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5720"/>
            <a:ext cx="10058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algun Gothic"/>
              </a:rPr>
              <a:t>ADM-ORDER-01 — R0-S2 검색 결과 없음 (searched=true, displayed.length=0)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14300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1">
                <a:solidFill>
                  <a:srgbClr val="334155"/>
                </a:solidFill>
                <a:latin typeface="Malgun Gothic"/>
              </a:rPr>
              <a:t>주문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47120" y="457200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45720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[R1]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23544"/>
            <a:ext cx="11430000" cy="41148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23544"/>
            <a:ext cx="2743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Malgun Gothic"/>
              </a:rPr>
              <a:t>[검색] · [상태▾] · [기간] · [조회]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47120" y="923544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92354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[R2]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1389888"/>
            <a:ext cx="111556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Malgun Gothic"/>
              </a:rPr>
              <a:t>( R3 SummaryBar — displayed.length === 0 이라 렌더링되지 않음 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444752"/>
            <a:ext cx="11430000" cy="32004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0424160" y="1472184"/>
            <a:ext cx="1234440" cy="265176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900" b="0">
                <a:solidFill>
                  <a:srgbClr val="334155"/>
                </a:solidFill>
                <a:latin typeface="Malgun Gothic"/>
              </a:rPr>
              <a:t>엑셀 다운로드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75520" y="1444752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875520" y="1444752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[R4]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1819656"/>
            <a:ext cx="11430000" cy="10972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65760" y="1819656"/>
            <a:ext cx="11430000" cy="10972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200" b="0">
                <a:solidFill>
                  <a:srgbClr val="94A3B8"/>
                </a:solidFill>
                <a:latin typeface="Malgun Gothic"/>
              </a:rPr>
              <a:t>조건에 맞는 주문이 없습니다.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247120" y="1819656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1247120" y="1819656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[R5]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2971800"/>
            <a:ext cx="11155680" cy="22860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Malgun Gothic"/>
              </a:rPr>
              <a:t>( R6 Pagination — 위와 동일한 이유로 렌더링되지 않음 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4320" y="45720"/>
            <a:ext cx="1005840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1100" b="1">
                <a:solidFill>
                  <a:srgbClr val="1E293B"/>
                </a:solidFill>
                <a:latin typeface="Malgun Gothic"/>
              </a:rPr>
              <a:t>ADM-ORDER-01 — R0-S3 로딩 중 (loading=true, R2 아래 R3~R6 전체가 로딩 문구로 대체)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457200"/>
            <a:ext cx="11430000" cy="411480"/>
          </a:xfrm>
          <a:prstGeom prst="rect">
            <a:avLst/>
          </a:prstGeom>
          <a:solidFill>
            <a:srgbClr val="F8FAFC"/>
          </a:solidFill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457200"/>
            <a:ext cx="1115568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1400" b="1">
                <a:solidFill>
                  <a:srgbClr val="334155"/>
                </a:solidFill>
                <a:latin typeface="Malgun Gothic"/>
              </a:rPr>
              <a:t>주문 목록</a:t>
            </a:r>
          </a:p>
        </p:txBody>
      </p:sp>
      <p:sp>
        <p:nvSpPr>
          <p:cNvPr id="5" name="Rectangle 4"/>
          <p:cNvSpPr/>
          <p:nvPr/>
        </p:nvSpPr>
        <p:spPr>
          <a:xfrm>
            <a:off x="11247120" y="457200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47120" y="457200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[R1]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923544"/>
            <a:ext cx="11430000" cy="41148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923544"/>
            <a:ext cx="2743200" cy="41148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0">
                <a:solidFill>
                  <a:srgbClr val="334155"/>
                </a:solidFill>
                <a:latin typeface="Malgun Gothic"/>
              </a:rPr>
              <a:t>[검색] · [상태▾] · [기간] · [조회]</a:t>
            </a:r>
          </a:p>
        </p:txBody>
      </p:sp>
      <p:sp>
        <p:nvSpPr>
          <p:cNvPr id="9" name="Rectangle 8"/>
          <p:cNvSpPr/>
          <p:nvPr/>
        </p:nvSpPr>
        <p:spPr>
          <a:xfrm>
            <a:off x="11247120" y="923544"/>
            <a:ext cx="822960" cy="228600"/>
          </a:xfrm>
          <a:prstGeom prst="rect">
            <a:avLst/>
          </a:prstGeom>
          <a:solidFill>
            <a:srgbClr val="DBEAFE"/>
          </a:solidFill>
          <a:ln w="9525">
            <a:solidFill>
              <a:srgbClr val="93C5F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1247120" y="923544"/>
            <a:ext cx="822960" cy="228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l"/>
            <a:r>
              <a:rPr sz="900" b="1">
                <a:solidFill>
                  <a:srgbClr val="334155"/>
                </a:solidFill>
                <a:latin typeface="Malgun Gothic"/>
              </a:rPr>
              <a:t>[R2]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472184"/>
            <a:ext cx="11430000" cy="1371600"/>
          </a:xfrm>
          <a:prstGeom prst="rect">
            <a:avLst/>
          </a:prstGeom>
          <a:noFill/>
          <a:ln w="12700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1472184"/>
            <a:ext cx="11430000" cy="1371600"/>
          </a:xfrm>
          <a:prstGeom prst="rect">
            <a:avLst/>
          </a:prstGeom>
          <a:noFill/>
        </p:spPr>
        <p:txBody>
          <a:bodyPr wrap="square" lIns="50800" tIns="25400" rIns="50800" bIns="25400" anchor="ctr">
            <a:spAutoFit/>
          </a:bodyPr>
          <a:lstStyle/>
          <a:p>
            <a:pPr algn="ctr"/>
            <a:r>
              <a:rPr sz="1300" b="0">
                <a:solidFill>
                  <a:srgbClr val="94A3B8"/>
                </a:solidFill>
                <a:latin typeface="Malgun Gothic"/>
              </a:rPr>
              <a:t>불러오는 중...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889504"/>
            <a:ext cx="11155680" cy="274320"/>
          </a:xfrm>
          <a:prstGeom prst="rect">
            <a:avLst/>
          </a:prstGeom>
          <a:noFill/>
        </p:spPr>
        <p:txBody>
          <a:bodyPr wrap="square" lIns="50800" tIns="25400" rIns="50800" bIns="25400" anchor="t">
            <a:spAutoFit/>
          </a:bodyPr>
          <a:lstStyle/>
          <a:p>
            <a:pPr algn="l"/>
            <a:r>
              <a:rPr sz="800" b="0">
                <a:solidFill>
                  <a:srgbClr val="94A3B8"/>
                </a:solidFill>
                <a:latin typeface="Malgun Gothic"/>
              </a:rPr>
              <a:t>( R3~R6 전체가 이 로딩 문구로 대체됨 — .table-wrap 밖의 별도 분기 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430</Words>
  <Application>Microsoft Macintosh PowerPoint</Application>
  <PresentationFormat>와이드스크린</PresentationFormat>
  <Paragraphs>110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Malgun Gothic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1</cp:revision>
  <dcterms:created xsi:type="dcterms:W3CDTF">2013-01-27T09:14:16Z</dcterms:created>
  <dcterms:modified xsi:type="dcterms:W3CDTF">2026-08-26T07:19:38Z</dcterms:modified>
  <cp:category/>
</cp:coreProperties>
</file>