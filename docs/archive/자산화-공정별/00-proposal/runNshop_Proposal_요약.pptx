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227"/>
                </a:solidFill>
              </a:rPr>
              <a:t>runNshop · AI활용 방법론 검증 파일럿</a:t>
            </a:r>
          </a:p>
          <a:p>
            <a:r>
              <a:rPr sz="2600" b="1">
                <a:solidFill>
                  <a:srgbClr val="FFFFFF"/>
                </a:solidFill>
              </a:rPr>
              <a:t>Proposal 공정 요약 (1/3) — 왜, 무엇을 목표로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02A2A"/>
                </a:solidFill>
              </a:rPr>
              <a:t>Problem — 자산화 부재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3TOP은 다수 커머스 구축 경험을 체계적으로 자산화하지 못함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AI 협업 시 개발기간·인력·비용 산정 근거 자체가 없음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기존 방법론(워터폴)은 요구변경 대응·AI Agent 협업 구조 부재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280160"/>
            <a:ext cx="5623560" cy="2331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02A2A"/>
                </a:solidFill>
              </a:rPr>
              <a:t>Impact — 방치 시 영향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전통 baseline(16억원·6개월) 대비 AI 협업 산정 근거 부재로 투자판단 불확실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산출물 미자산화 시 향후 프로젝트마다 처음부터 재구축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표준양식 없는 자산은 결함으로 이어짐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실증: Task Spec v1.0에서 결함 9건 발견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5623560" cy="2468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</a:rPr>
              <a:t>목표 구조 — O2 + O3 (O1은 전제조건)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O2. AI활용 방법론 검증·보완 — Bolt 단위 반복으로 실제 작동 검증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O3. 재사용 가능한 자산 구축 — ① 방법론 준수 + ② 자기완결성 모두 충족해야 자산 인정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플랫폼 구축·오픈은 독립 목표 아님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O2 전 공정이 실제 작동하는지 증명하기 위한 전제조건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94760"/>
            <a:ext cx="5394960" cy="2468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</a:rPr>
              <a:t>KR2-0 — 비용 산정 근거 (핵심 KR)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전통 baseline: 총 16억원 · 6개월 · 인력단가 월 1,000만원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AI 협업 목표: 11.2억원(-30%) · 5개월 · 단가는 동일 유지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절감 메커니즘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단가 인하가 아니라 기간·투입 인월(MM)을 줄이는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F6E"/>
                </a:solidFill>
              </a:rPr>
              <a:t>01-문제정의서 · 02-목표KPI  |  6종 Proposal 산출물 Finalized (2026-07-30)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F6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227"/>
                </a:solidFill>
              </a:rPr>
              <a:t>runNshop · AI활용 방법론 검증 파일럿</a:t>
            </a:r>
          </a:p>
          <a:p>
            <a:r>
              <a:rPr sz="2600" b="1">
                <a:solidFill>
                  <a:srgbClr val="FFFFFF"/>
                </a:solidFill>
              </a:rPr>
              <a:t>Proposal 공정 요약 (2/3) — 무엇을, 누가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57600" cy="2331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</a:rPr>
              <a:t>대안 비교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플랫폼 모델: B2C 오픈마켓형 채택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시장 대표성 + 자산 재사용 범위 최대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아이템: 러닝용품 채택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최근 핫한 분야 + 실증 규모 적정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의류·의약품·가구는 범위 과대·규제복잡도 등으로 배제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657600" cy="2331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</a:rPr>
              <a:t>이해관계자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현재: 페페 1인이 PM/TL/AI CoE/기획/DE·QA/AM/Dev 7역할 겸임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8/1·9/1: 시니어 2명 합류 → DE·QA + AM 이관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9월 중순: 개발자 2명 합류 → Dev 이관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외부 고객사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이해관계자 아님(플랫폼 사용자일 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80160"/>
            <a:ext cx="3520440" cy="2331720"/>
          </a:xfrm>
          <a:prstGeom prst="roundRect">
            <a:avLst>
              <a:gd name="adj" fmla="val 4000"/>
            </a:avLst>
          </a:prstGeom>
          <a:solidFill>
            <a:srgbClr val="FBEFEF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02A2A"/>
                </a:solidFill>
              </a:rPr>
              <a:t>Out-of-Scope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외부 PG 실연동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유일한 제외 항목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리스크 수용 확정(2026-07-30)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프로토타입 결제 로직 미검증 — 실연동 시 재작업 가능성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11201400" cy="2468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</a:rPr>
              <a:t>범위(Scope) — 전체 12개 도메인 구현, 4파트 순서 확정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1차 거래: Order + Payment — 진행 중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2차 상품: Catalog + Promotion(+운영·CS·마케팅 시스템) + Search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3차 고객: Member + Community + Notification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4차 파트너·운영: Vendor + Settlement + Config(+인프라 보안·舊 Security) + Audit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근거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도메인기능표 4파트 공수 균형안(각 파트 50~92 프로토타입 MD) — 각 파트 착수 시점은 미정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F6E"/>
                </a:solidFill>
              </a:rPr>
              <a:t>03-이해관계자맵 · 04-범위(Scope) · 05-대안비교  |  6종 Proposal 산출물 Finalized (2026-07-30)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F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227"/>
                </a:solidFill>
              </a:rPr>
              <a:t>runNshop · AI활용 방법론 검증 파일럿</a:t>
            </a:r>
          </a:p>
          <a:p>
            <a:r>
              <a:rPr sz="2600" b="1">
                <a:solidFill>
                  <a:srgbClr val="FFFFFF"/>
                </a:solidFill>
              </a:rPr>
              <a:t>Proposal 공정 요약 (3/3) — 리스크와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BEFEF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02A2A"/>
                </a:solidFill>
              </a:rPr>
              <a:t>활성 리스크 (5건)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R1 신규인력 AI협업 경험 부재 → 산정 실패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수용 확정 — 완화(O3 자기완결성)는 병행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R3 단일 도메인 검증만으론 표본 부족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부분 완화 — 12개 도메인 순차 진행 확정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R4 핵심 인력(페페) 이탈 시 맥락 손실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decision_log·steering.md로 상시 완화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R5 git 이력 부재로 추적 어려움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파일 mtime + 세션 기록으로 재구성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R6 원천 문서 결함의 하위 전파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원천 우선 수정 원칙 + O3 KR3-2 상시 완화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53212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55F6E"/>
                </a:solidFill>
              </a:rPr>
              <a:t>가정 (5건, 전부 미검증 — 암묵 전제의 명문화)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A1 신규인력은 온보딩 후 곧바로 생산성 확보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A2 주문 도메인 패턴이 나머지 11개에도 일반화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A3 방법론 7공정 구조는 버전업 후에도 유지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A4 Claude·Kiro 성능·정책이 크게 변하지 않음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A5 baseline(16억·6개월) 산정 자체가 유효함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ECF6EC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</a:rPr>
              <a:t>Proposal → Spec 전이 조건 충족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리스크 수용 여부 결정 완료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Out-of-Scope 재분류 + R1 수용(2026-07-30)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Proposal 산출물 전체 Finalized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6종 전체 Finalized 확인(2026-07-30)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남은 Human Review 1건: A3 방법론 구조 안정성 가정 수용 여부(06)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69080"/>
            <a:ext cx="5532120" cy="2148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</a:rPr>
              <a:t>다음 단계 — Spec 공정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용어집 → 제약사항 → NFR → EARS(기능요구) → GWT(수용기준) → 인터페이스 명세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입력자료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도메인기능표(390건) · 정책서 · 도메인정의서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A2E35"/>
                </a:solidFill>
              </a:rPr>
              <a:t>•  1차 대상</a:t>
            </a:r>
          </a:p>
          <a:p>
            <a:pPr>
              <a:spcAft>
                <a:spcPts val="500"/>
              </a:spcAft>
            </a:pPr>
            <a:r>
              <a:rPr sz="1000" i="1">
                <a:solidFill>
                  <a:srgbClr val="555F6E"/>
                </a:solidFill>
              </a:rPr>
              <a:t>     거래 파트(Order + Payment) Bolt부터 상세화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F6E"/>
                </a:solidFill>
              </a:rPr>
              <a:t>06-리스크가정 · 00-proposal/README  |  6종 Proposal 산출물 Finalized (2026-07-30)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F6E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